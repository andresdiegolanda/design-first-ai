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274320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786384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298448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810512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322576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2834640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3346704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858768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4370832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4882896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Design-First AI Collaboration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502920" y="26060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reviewing 400 lines of AI code you never approved.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context. Design first. Implement last.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2514600"/>
            <a:ext cx="32004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Based on Rahul Garg's Knowledge Priming and Design-First Collaboration patterns — martinfowler.com,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850392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64008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058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ask for a feature. You receive 400 lines of code.</a:t>
            </a:r>
            <a:endParaRPr lang="en-US" sz="1500" dirty="0"/>
          </a:p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made a dozen architectural decisions you were never consulted 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" y="242316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23160"/>
            <a:ext cx="64008" cy="1371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14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90779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expands or narrows what you asked for — silently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27832" y="242316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27832" y="2423160"/>
            <a:ext cx="64008" cy="1371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10712" y="2514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10712" y="290779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choices, patterns, abstractions — decided without you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35624" y="242316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35624" y="2423160"/>
            <a:ext cx="64008" cy="1371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8504" y="2514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Cost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18504" y="290779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design + code simultaneously, all entangled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calls this the Implementation Trap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Models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40233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402336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Priming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context before every session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74520"/>
            <a:ext cx="3794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context, AI defaults to the average of the internet — not your codebase.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structured context files prime the AI before design or implementation begins.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1–2 load automatically. Layers 3–5 are loaded per task.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960120"/>
            <a:ext cx="40233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960120"/>
            <a:ext cx="402336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Design-First Collaboration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design from 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92040" y="1874520"/>
            <a:ext cx="3794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progressive conversation levels. No code until Level 5 is approved.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level gets explicit sign-off before advancing. Design decisions stay visible.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components, interactions, contracts — all agreed before the first line of code.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976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Priming — Six Context Layers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96112"/>
            <a:ext cx="85039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896112"/>
            <a:ext cx="64008" cy="60350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8056" y="1024128"/>
            <a:ext cx="347472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" y="1024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969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24358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prompt - produces Layers 1-4 by analyzing your codebase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949440" y="1042416"/>
            <a:ext cx="1737360" cy="292608"/>
          </a:xfrm>
          <a:prstGeom prst="rect">
            <a:avLst/>
          </a:prstGeom>
          <a:solidFill>
            <a:srgbClr val="F8FAFC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10424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- onboarding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0040" y="1572768"/>
            <a:ext cx="85039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1572768"/>
            <a:ext cx="64008" cy="603504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056" y="1700784"/>
            <a:ext cx="347472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1645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Instructions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192024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rules, stack, constraints, non-negotiables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949440" y="1719072"/>
            <a:ext cx="1737360" cy="292608"/>
          </a:xfrm>
          <a:prstGeom prst="rect">
            <a:avLst/>
          </a:prstGeom>
          <a:solidFill>
            <a:srgbClr val="F8FAFC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0" y="1719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- auto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2249424"/>
            <a:ext cx="85039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2249424"/>
            <a:ext cx="64008" cy="603504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8056" y="2377440"/>
            <a:ext cx="347472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2322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Patterns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2596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layout, naming, canonical code examples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49440" y="2395728"/>
            <a:ext cx="1737360" cy="292608"/>
          </a:xfrm>
          <a:prstGeom prst="rect">
            <a:avLst/>
          </a:prstGeom>
          <a:solidFill>
            <a:srgbClr val="F8FAFC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944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- auto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" y="2926080"/>
            <a:ext cx="85039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0040" y="2926080"/>
            <a:ext cx="64008" cy="60350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8056" y="3054096"/>
            <a:ext cx="347472" cy="34747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" y="3054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2999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" y="32735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handling, testing, logging - reusable knowledge patterns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3072384"/>
            <a:ext cx="1737360" cy="292608"/>
          </a:xfrm>
          <a:prstGeom prst="rect">
            <a:avLst/>
          </a:prstGeom>
          <a:solidFill>
            <a:srgbClr val="F8FAFC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0" y="30723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20040" y="3602736"/>
            <a:ext cx="85039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0040" y="3602736"/>
            <a:ext cx="64008" cy="60350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056" y="3730752"/>
            <a:ext cx="347472" cy="34747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" y="3730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14400" y="3675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4400" y="39502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opening prompts for new feature, bug, refactor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949440" y="3749040"/>
            <a:ext cx="1737360" cy="292608"/>
          </a:xfrm>
          <a:prstGeom prst="rect">
            <a:avLst/>
          </a:prstGeom>
          <a:solidFill>
            <a:srgbClr val="F8FAFC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0" y="37490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20040" y="4279392"/>
            <a:ext cx="85039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20040" y="4279392"/>
            <a:ext cx="64008" cy="603504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8056" y="4407408"/>
            <a:ext cx="347472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8056" y="4407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14400" y="43525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Context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14400" y="46268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task scope, constraints, decisions already made upstream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949440" y="4425696"/>
            <a:ext cx="1737360" cy="292608"/>
          </a:xfrm>
          <a:prstGeom prst="rect">
            <a:avLst/>
          </a:prstGeom>
          <a:solidFill>
            <a:srgbClr val="F8FAFC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0" y="44256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- always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Design-First Collaboration — Five Levels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868680"/>
            <a:ext cx="64008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9418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2161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need to do?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03320" y="10698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Scope, requirements, explicit exclusions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6656" y="1581912"/>
            <a:ext cx="0" cy="9144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" y="1673352"/>
            <a:ext cx="8174736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" y="1673352"/>
            <a:ext cx="64008" cy="71323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1810512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70432" y="17465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70432" y="20208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building blocks?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67912" y="1874520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Services, modules, major abstractions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248" y="2386584"/>
            <a:ext cx="0" cy="91440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" y="2478024"/>
            <a:ext cx="7845552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" y="2478024"/>
            <a:ext cx="64008" cy="71323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2615184"/>
            <a:ext cx="438912" cy="43891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26151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35024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35024" y="28254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components communicate?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032504" y="2679192"/>
            <a:ext cx="427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 flow, API calls, events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05840" y="3191256"/>
            <a:ext cx="0" cy="914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" y="3282696"/>
            <a:ext cx="7516368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816" y="3282696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0976" y="3419856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34198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499616" y="3355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499616" y="36301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interfaces?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97096" y="3483864"/>
            <a:ext cx="3950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Function signatures, types, schemas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170432" y="3995928"/>
            <a:ext cx="0" cy="9144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8408" y="4087368"/>
            <a:ext cx="7187184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78408" y="4087368"/>
            <a:ext cx="64008" cy="713232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5568" y="4224528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15568" y="42245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664208" y="4160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664208" y="44348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write the code.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61688" y="4288536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Code generated against agreed design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17920" y="841248"/>
            <a:ext cx="256032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63640" y="877824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no code until Level 5 is approved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Fit Together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057400" cy="3931920"/>
          </a:xfrm>
          <a:prstGeom prst="rect">
            <a:avLst/>
          </a:prstGeom>
          <a:solidFill>
            <a:srgbClr val="1A2E45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68680"/>
            <a:ext cx="205740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92354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(once)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1371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prompt → ARCHITECTURE.md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2024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9659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TECH_STACK.md / CONTEXT.md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" y="251460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" y="2560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CODEBASE.md / DESIGN_PRINCIPLES.md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77440" y="265176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32888" y="868680"/>
            <a:ext cx="2057400" cy="3931920"/>
          </a:xfrm>
          <a:prstGeom prst="rect">
            <a:avLst/>
          </a:prstGeom>
          <a:solidFill>
            <a:srgbClr val="1A2E4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868680"/>
            <a:ext cx="205740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92354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EACH SESSION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42616" y="1371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auto-loaded (rules)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42616" y="192024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42616" y="19659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auto-loaded (patterns)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42616" y="251460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560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3–4 if relevant to task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42616" y="310896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42616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story context → seeds Level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90288" y="265176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45736" y="868680"/>
            <a:ext cx="2057400" cy="3931920"/>
          </a:xfrm>
          <a:prstGeom prst="rect">
            <a:avLst/>
          </a:prstGeom>
          <a:solidFill>
            <a:srgbClr val="1A2E45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868680"/>
            <a:ext cx="2057400" cy="41148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92354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CONVERSATION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55464" y="1371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Capabilities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55464" y="192024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5464" y="19659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2: Components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55464" y="251460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55464" y="2560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3: Interactions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55464" y="310896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55464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4: Contracts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55464" y="370332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5464" y="37490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5: Implementation ← code here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03136" y="265176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958584" y="868680"/>
            <a:ext cx="2057400" cy="3931920"/>
          </a:xfrm>
          <a:prstGeom prst="rect">
            <a:avLst/>
          </a:prstGeom>
          <a:solidFill>
            <a:srgbClr val="1A2E4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58584" y="868680"/>
            <a:ext cx="205740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92354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SESSION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68312" y="1371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'What context were you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68312" y="192024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68312" y="19659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that would have changed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068312" y="251460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68312" y="2560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approach?'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068312" y="3108960"/>
            <a:ext cx="1828800" cy="0"/>
          </a:xfrm>
          <a:prstGeom prst="line">
            <a:avLst/>
          </a:prstGeom>
          <a:noFill/>
          <a:ln w="6350">
            <a:solidFill>
              <a:srgbClr val="2A3F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68312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Save to Design Constraints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Constraints + The Retrospective Loop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14400"/>
            <a:ext cx="64008" cy="18288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05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Priming (informs)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project uses Fastify."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still uses Express patterns. Guesses conventions. Proposes middleware it shouldn't.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880360"/>
            <a:ext cx="3931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880360"/>
            <a:ext cx="64008" cy="1920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Priming (shapes)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use Express patterns.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app.use() syntax.</a:t>
            </a:r>
            <a:endParaRPr lang="en-US" sz="11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wrap Fastify in a class."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now knows what NOT to propose. Output fits your codebase.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0" y="914400"/>
            <a:ext cx="4251960" cy="3886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914400"/>
            <a:ext cx="425196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969264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Retrospective Technique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09160" y="1508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session, ask: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1828800"/>
            <a:ext cx="4023360" cy="822960"/>
          </a:xfrm>
          <a:prstGeom prst="rect">
            <a:avLst/>
          </a:prstGeom>
          <a:solidFill>
            <a:srgbClr val="1A2E45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1901952"/>
            <a:ext cx="3840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context were you missing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would have changed your approach?"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743200"/>
            <a:ext cx="4023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surfaces the constraints it inferred and the conventions it guessed at.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each answer to the Design Constraints section of the relevant layer file.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after good sessions as well as bad ones. A session that produced correct output still contains missing context — the AI just happened to guess right.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compound — each task makes the next one cheaper.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8503920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14400"/>
            <a:ext cx="64008" cy="7040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42416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42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87552" y="978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codebase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87552" y="126187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Layer 0 generation prompt against your project. Review 5 output files. Configure your AI tool to load them. Done in 15 minutes.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35508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context/layer-0-generation-prompt.md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0040" y="1709928"/>
            <a:ext cx="8503920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1709928"/>
            <a:ext cx="64008" cy="7040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1837944"/>
            <a:ext cx="402336" cy="40233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87552" y="17739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87552" y="2057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Layer 1 template manually. Add Layer 2 when conventions stabilise. See guides/adoption.md for the week-by-week path.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55080" y="18928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context/layer-1-base-instructions.md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2505456"/>
            <a:ext cx="8503920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505456"/>
            <a:ext cx="64008" cy="7040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633472"/>
            <a:ext cx="402336" cy="40233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87552" y="2569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right 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7552" y="28529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Layer 5 story context file. Load it in Copilot Chat. Paste levels/master-prompt.md as your opening message. Work through the levels.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26883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levels/master-prompt.md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3300984"/>
            <a:ext cx="8503920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300984"/>
            <a:ext cx="64008" cy="7040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429000"/>
            <a:ext cx="402336" cy="40233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87552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in action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87552" y="36484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worked example. Full design conversation with real corrections at Level 2 and Level 4 before any code was written.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55080" y="3483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examples/01-rag-endpoint/conversation/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0040" y="4096512"/>
            <a:ext cx="8503920" cy="7040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4096512"/>
            <a:ext cx="64008" cy="7040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224528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224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87552" y="4160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session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87552" y="44439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'What context were you missing that would have changed your approach?' Save each answer to Design Constraints. Repeat forever.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55080" y="42793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relevant layer file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274320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786384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298448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810512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322576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2834640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3346704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858768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4370832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4882896"/>
            <a:ext cx="86868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1887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that produced generic code on day one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working from your actual architecture by week two.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2651760"/>
            <a:ext cx="32004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88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context. Design before you build. Close the loop after every session.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3520440"/>
            <a:ext cx="2606040" cy="1280160"/>
          </a:xfrm>
          <a:prstGeom prst="rect">
            <a:avLst/>
          </a:prstGeom>
          <a:solidFill>
            <a:srgbClr val="141E2D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84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02920" y="4023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Priming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31596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context layers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337560" y="3520440"/>
            <a:ext cx="2606040" cy="1280160"/>
          </a:xfrm>
          <a:prstGeom prst="rect">
            <a:avLst/>
          </a:prstGeom>
          <a:solidFill>
            <a:srgbClr val="141E2D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3584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337560" y="4023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Design-First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37560" y="431596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conversation levels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72200" y="3520440"/>
            <a:ext cx="2606040" cy="1280160"/>
          </a:xfrm>
          <a:prstGeom prst="rect">
            <a:avLst/>
          </a:prstGeom>
          <a:solidFill>
            <a:srgbClr val="141E2D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72200" y="3584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172200" y="4023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 Loop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72200" y="431596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that compound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github.com/your-org/design-first-ai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Design-First AI Collaboration</dc:title>
  <dc:subject>PptxGenJS Presentation</dc:subject>
  <dc:creator>Andres Landa</dc:creator>
  <cp:lastModifiedBy>Andres Landa</cp:lastModifiedBy>
  <cp:revision>1</cp:revision>
  <dcterms:created xsi:type="dcterms:W3CDTF">2026-03-10T21:14:05Z</dcterms:created>
  <dcterms:modified xsi:type="dcterms:W3CDTF">2026-03-10T21:14:05Z</dcterms:modified>
</cp:coreProperties>
</file>