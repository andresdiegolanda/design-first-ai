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8638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9844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1051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2257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3464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4670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85876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37083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88289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 AI Collaboration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reviewing 400 lines of AI code you never approved.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context. Design first. Implement last.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Based on Rahul Garg’s Knowledge Priming, Design-First Collaboration, and Context Anchoring patterns — martinfowler.com,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for a feature. You receive 400 lines of code.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made a dozen architectural decisions you were never consulted 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231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expands or narrows what you asked for — silently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24231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29077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choices, patterns, abstractions — decided without you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24231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18504" y="29077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 design + code simultaneously, all entangled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 calls this the Implementation Trap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9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Three Complementary Patterns</a:t>
            </a:r>
          </a:p>
        </p:txBody>
      </p:sp>
      <p:sp>
        <p:nvSpPr>
          <p:cNvPr id="6" name="Shape 4"/>
          <p:cNvSpPr/>
          <p:nvPr/>
        </p:nvSpPr>
        <p:spPr>
          <a:xfrm>
            <a:off x="200000" y="960120"/>
            <a:ext cx="27000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0000" y="960120"/>
            <a:ext cx="2700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440" y="1005840"/>
            <a:ext cx="251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Knowledge Priming</a:t>
            </a:r>
          </a:p>
        </p:txBody>
      </p:sp>
      <p:sp>
        <p:nvSpPr>
          <p:cNvPr id="9" name="Text 7"/>
          <p:cNvSpPr/>
          <p:nvPr/>
        </p:nvSpPr>
        <p:spPr>
          <a:xfrm>
            <a:off x="291440" y="1508760"/>
            <a:ext cx="251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Load context before every session</a:t>
            </a:r>
          </a:p>
        </p:txBody>
      </p:sp>
      <p:sp>
        <p:nvSpPr>
          <p:cNvPr id="10" name="Text 8"/>
          <p:cNvSpPr/>
          <p:nvPr/>
        </p:nvSpPr>
        <p:spPr>
          <a:xfrm>
            <a:off x="291440" y="1874520"/>
            <a:ext cx="251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Without context, AI defaults to the average of the internet — not your codebase.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Six layers of structured context files prime the AI before design or implementation begins.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Layers 1–2 load automatically. Layer 3 skills and story context load per task.</a:t>
            </a:r>
          </a:p>
        </p:txBody>
      </p:sp>
      <p:sp>
        <p:nvSpPr>
          <p:cNvPr id="11" name="Text plus1"/>
          <p:cNvSpPr/>
          <p:nvPr/>
        </p:nvSpPr>
        <p:spPr>
          <a:xfrm>
            <a:off x="2786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</a:rPr>
              <a:t>+</a:t>
            </a:r>
          </a:p>
        </p:txBody>
      </p:sp>
      <p:sp>
        <p:nvSpPr>
          <p:cNvPr id="12" name="Shape 9"/>
          <p:cNvSpPr/>
          <p:nvPr/>
        </p:nvSpPr>
        <p:spPr>
          <a:xfrm>
            <a:off x="3222000" y="960120"/>
            <a:ext cx="27000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2000" y="960120"/>
            <a:ext cx="27000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3440" y="1005840"/>
            <a:ext cx="251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Design-First Collaboration</a:t>
            </a:r>
          </a:p>
        </p:txBody>
      </p:sp>
      <p:sp>
        <p:nvSpPr>
          <p:cNvPr id="15" name="Text 12"/>
          <p:cNvSpPr/>
          <p:nvPr/>
        </p:nvSpPr>
        <p:spPr>
          <a:xfrm>
            <a:off x="3313440" y="1508760"/>
            <a:ext cx="251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Separate design from implementation</a:t>
            </a:r>
          </a:p>
        </p:txBody>
      </p:sp>
      <p:sp>
        <p:nvSpPr>
          <p:cNvPr id="16" name="Text 13"/>
          <p:cNvSpPr/>
          <p:nvPr/>
        </p:nvSpPr>
        <p:spPr>
          <a:xfrm>
            <a:off x="3313440" y="1874520"/>
            <a:ext cx="251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Five design dimensions serve as the quality bar for the implementation guide.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Build docs/impl-guide.md through 2–3 iterations, reviewing each dimension. Agent executes when the guide is correct.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Scope, components, interactions, contracts — all agreed before the first line of code.</a:t>
            </a:r>
          </a:p>
        </p:txBody>
      </p:sp>
      <p:sp>
        <p:nvSpPr>
          <p:cNvPr id="17" name="Text plus2"/>
          <p:cNvSpPr/>
          <p:nvPr/>
        </p:nvSpPr>
        <p:spPr>
          <a:xfrm>
            <a:off x="580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</a:rPr>
              <a:t>+</a:t>
            </a:r>
          </a:p>
        </p:txBody>
      </p:sp>
      <p:sp>
        <p:nvSpPr>
          <p:cNvPr id="18" name="Shape CA"/>
          <p:cNvSpPr/>
          <p:nvPr/>
        </p:nvSpPr>
        <p:spPr>
          <a:xfrm>
            <a:off x="6244000" y="960120"/>
            <a:ext cx="27000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CA_hdr"/>
          <p:cNvSpPr/>
          <p:nvPr/>
        </p:nvSpPr>
        <p:spPr>
          <a:xfrm>
            <a:off x="6244000" y="960120"/>
            <a:ext cx="27000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CA_title"/>
          <p:cNvSpPr/>
          <p:nvPr/>
        </p:nvSpPr>
        <p:spPr>
          <a:xfrm>
            <a:off x="6335440" y="1005840"/>
            <a:ext cx="251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Context Anchoring</a:t>
            </a:r>
          </a:p>
        </p:txBody>
      </p:sp>
      <p:sp>
        <p:nvSpPr>
          <p:cNvPr id="21" name="Text CA_sub"/>
          <p:cNvSpPr/>
          <p:nvPr/>
        </p:nvSpPr>
        <p:spPr>
          <a:xfrm>
            <a:off x="6335440" y="1508760"/>
            <a:ext cx="251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Make design durable across sessions</a:t>
            </a:r>
          </a:p>
        </p:txBody>
      </p:sp>
      <p:sp>
        <p:nvSpPr>
          <p:cNvPr id="22" name="Text CA_body"/>
          <p:cNvSpPr/>
          <p:nvPr/>
        </p:nvSpPr>
        <p:spPr>
          <a:xfrm>
            <a:off x="6335440" y="1874520"/>
            <a:ext cx="251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AI sessions are ephemeral. Decisions vanish when the session ends.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The implementation guide and execution report persist across sessions, IDE restarts, and engineer changes.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 xml:space="preserve"> 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docs/impl-guide.md is the design record. docs/execution-report.md is the permanent record of what was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Priming — Six Context Layers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024128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969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24358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prompt - produces Layers 1-4 by analyzing your codebase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1042416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042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- onboarding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572768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572768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" y="1700784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Instructions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19202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rules, stack, constraints, non-negotiables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719072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719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- 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249424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49424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" y="237744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Patterns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5968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layout, naming, canonical code examples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2395728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- auto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26080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" y="3054096"/>
            <a:ext cx="34747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2735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 testing, logging - reusable knowledge patterns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3072384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072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3602736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602736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3730752"/>
            <a:ext cx="34747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39502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opening prompts for new feature, bug, refactor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9440" y="3749040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4279392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279392"/>
            <a:ext cx="64008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" y="4407408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440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Context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" y="46268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task scope, constraints, decisions already made upstream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49440" y="4425696"/>
            <a:ext cx="17373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4425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- always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 Collaboration — Five Levels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6400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941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216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need to do?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069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Scope, requirements, explicit exclusions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81912"/>
            <a:ext cx="0" cy="914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1673352"/>
            <a:ext cx="81747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1673352"/>
            <a:ext cx="6400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81051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1746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2020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building blocks?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67912" y="187452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Services, modules, major abstractions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2386584"/>
            <a:ext cx="0" cy="914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" y="2478024"/>
            <a:ext cx="7845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" y="2478024"/>
            <a:ext cx="6400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2615184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35024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35024" y="2825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components communicate?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32504" y="2679192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flow, API calls, events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3191256"/>
            <a:ext cx="0" cy="914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" y="3282696"/>
            <a:ext cx="75163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" y="328269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341985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99616" y="3355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99616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interfaces?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97096" y="348386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Function signatures, types, schemas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70432" y="3995928"/>
            <a:ext cx="0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" y="4087368"/>
            <a:ext cx="71871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78408" y="4087368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" y="4224528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64208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64208" y="4434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the code.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61688" y="428853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 generated against agreed design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841248"/>
            <a:ext cx="25603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87782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design before 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057400" cy="393192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057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235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(once)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prompt → ARCHITECTURE.md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2024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TECH_STACK.md / CONTEXT.md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" y="251460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CODEBASE.md / DESIGN_PRINCIPLES.md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6517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32888" y="868680"/>
            <a:ext cx="2057400" cy="3931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86868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9235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42616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auto-loaded (rules)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42616" y="192024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auto-loaded (patterns)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42616" y="251460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context/skills/ loaded per task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42616" y="310896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2616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context loaded per task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90288" y="26517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45736" y="868680"/>
            <a:ext cx="2057400" cy="3931920"/>
          </a:xfrm>
          <a:prstGeom prst="rect">
            <a:avLst/>
          </a:prstGeom>
          <a:solidFill>
            <a:srgbClr val="1A2E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5736" y="868680"/>
            <a:ext cx="20574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9235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EXECUTION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55464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docs/app-description.md + story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55464" y="192024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docs/impl-guide.md (draft)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55464" y="251460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review each dimension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55464" y="310896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impl-guide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55464" y="370332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← code + tests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3136" y="26517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58584" y="868680"/>
            <a:ext cx="2057400" cy="3931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868680"/>
            <a:ext cx="2057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9235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68312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'What context were you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68312" y="192024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8312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that would have changed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68312" y="251460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approach?'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68312" y="3108960"/>
            <a:ext cx="1828800" cy="0"/>
          </a:xfrm>
          <a:prstGeom prst="line">
            <a:avLst/>
          </a:prstGeom>
          <a:noFill/>
          <a:ln w="6350">
            <a:solidFill>
              <a:srgbClr val="2A3F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to Design Constraints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 + The Retrospective Loop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1828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Priming (informs)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uses Fastify."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still uses Express patterns. Guesses conventions. Proposes middleware it shouldn't.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3931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803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Priming (shapes)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use Express patterns.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app.use() syntax.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wrap Fastify in a class."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knows what NOT to propose. Output fits your codebase.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5196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914400"/>
            <a:ext cx="42519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692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Retrospective Technique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session, ask: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4023360" cy="822960"/>
          </a:xfrm>
          <a:prstGeom prst="rect">
            <a:avLst/>
          </a:prstGeom>
          <a:solidFill>
            <a:srgbClr val="1A2E4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0195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context were you missing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have changed your approach?"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74320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surfaces the constraints it inferred and the conventions it guessed at.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each answer to the Design Constraints section of the relevant layer file.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good sessions as well as bad ones. A session that produced correct output still contains missing context — the AI just happened to guess right.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compound — each task makes the next one cheaper.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4241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codebase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261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Layer 0 generation prompt against your project. Review 5 output files. Configure your AI tool to load them. Done in 15 minutes.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context/layer-0-generation-prompt.md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85039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09928"/>
            <a:ext cx="64008" cy="7040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37944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Layer 1 template manually. Add Layer 2 when conventions stabilise. See context/README.md for adoption guidance.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context/layer-1-base-instructions.md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05456"/>
            <a:ext cx="64008" cy="7040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33472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right 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2852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docs/design-workflow.md. Build an app description, write an implementation guide, iterate until correct, then execute with the agent.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docs/design-workflow.md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300984"/>
            <a:ext cx="85039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300984"/>
            <a:ext cx="64008" cy="704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2900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36484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worked example. Full design conversation with real corrections at Level 2 and Level 4 before any code was written.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examples/01-spring-mvc/conversation/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096512"/>
            <a:ext cx="85039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96512"/>
            <a:ext cx="64008" cy="7040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24528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44439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'What context were you missing that would have changed your approach?' Save each answer to Design Constraints. Repeat forever.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relevant layer file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8638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9844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1051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2257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3464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4670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85876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37083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88289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produced generic code on day one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working from your actual architecture by week two.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context. Design before you build. Close the loop after every session.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2606040" cy="1280160"/>
          </a:xfrm>
          <a:prstGeom prst="rect">
            <a:avLst/>
          </a:prstGeom>
          <a:solidFill>
            <a:srgbClr val="141E2D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84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Priming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context layers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520440"/>
            <a:ext cx="2606040" cy="1280160"/>
          </a:xfrm>
          <a:prstGeom prst="rect">
            <a:avLst/>
          </a:prstGeom>
          <a:solidFill>
            <a:srgbClr val="141E2D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584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315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Document-driven workflow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2606040" cy="1280160"/>
          </a:xfrm>
          <a:prstGeom prst="rect">
            <a:avLst/>
          </a:prstGeom>
          <a:solidFill>
            <a:srgbClr val="141E2D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584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315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compound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github.com/andresdiegolanda/design-first-ai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Design-First AI Collaboration</dc:title>
  <dc:subject>PptxGenJS Presentation</dc:subject>
  <dc:creator>Andres Landa</dc:creator>
  <cp:lastModifiedBy>Andres Landa</cp:lastModifiedBy>
  <cp:revision>1</cp:revision>
  <dcterms:created xsi:type="dcterms:W3CDTF">2026-03-10T21:14:05Z</dcterms:created>
  <dcterms:modified xsi:type="dcterms:W3CDTF">2026-03-10T21:14:05Z</dcterms:modified>
</cp:coreProperties>
</file>